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025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13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52144" y="502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COMMERCIALE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de formation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grandir vos équipes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 pour former, engager, suivre et certifier vos collaborateurs.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724558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623560"/>
            <a:ext cx="17245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&amp;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29230" y="5623560"/>
            <a:ext cx="1276502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9230" y="562356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0325" y="5623560"/>
            <a:ext cx="1276502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0325" y="562356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11419" y="5623560"/>
            <a:ext cx="1366114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rgbClr val="3A41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1419" y="5623560"/>
            <a:ext cx="1366114" cy="3840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2125" y="5623560"/>
            <a:ext cx="1186891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2125" y="5623560"/>
            <a:ext cx="11868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RH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en entreprise reste trop souvent frustrante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C:\Users\USER\AppData\Local\Temp\claude\D--PROJECT-EFORMATION\daaecbc2-cedd-4629-b48b-60429442e0dc\scratchpad\pitch-deck\assets\icons\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01" y="2222541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075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Coûteuse à organiser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45920" y="23865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Présentiel, déplacements, supports dispersés : les coûts s'accumulent vite.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8745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C:\Users\USER\AppData\Local\Temp\claude\D--PROJECT-EFORMATION\daaecbc2-cedd-4629-b48b-60429442e0dc\scratchpad\pitch-deck\assets\icons\trending-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221" y="2222541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075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engageante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78040" y="23865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statiques, aucune interaction : le taux de complétion s'effondre.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79476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C:\Users\USER\AppData\Local\Temp\claude\D--PROJECT-EFORMATION\daaecbc2-cedd-4629-b48b-60429442e0dc\scratchpad\pitch-deck\assets\icons\map-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01" y="4142781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995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dispersées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45920" y="43068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sites, plusieurs fuseaux : difficile de former tout le monde au même niveau.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72200" y="379476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C:\Users\USER\AppData\Local\Temp\claude\D--PROJECT-EFORMATION\daaecbc2-cedd-4629-b48b-60429442e0dc\scratchpad\pitch-deck\assets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221" y="4142781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3995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à mesurer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178040" y="43068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suivi centralisé, impossible de savoir qui progresse et qui décroche.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 : une seule plateforme, tout inclus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EEF1FB"/>
          </a:solidFill>
          <a:ln/>
        </p:spPr>
      </p:sp>
      <p:sp>
        <p:nvSpPr>
          <p:cNvPr id="8" name="Shape 6"/>
          <p:cNvSpPr/>
          <p:nvPr/>
        </p:nvSpPr>
        <p:spPr>
          <a:xfrm>
            <a:off x="1581912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Image 0" descr="C:\Users\USER\AppData\Local\Temp\claude\D--PROJECT-EFORMATION\daaecbc2-cedd-4629-b48b-60429442e0dc\scratchpad\pitch-deck\assets\icons\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0" y="2463028"/>
            <a:ext cx="487192" cy="487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6112" y="379476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Cours, modules, vidéos, documents et sessions live intégrées.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38144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4379976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1" descr="C:\Users\USER\AppData\Local\Temp\claude\D--PROJECT-EFORMATION\daaecbc2-cedd-4629-b48b-60429442e0dc\scratchpad\pitch-deck\assets\icons\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564" y="2463028"/>
            <a:ext cx="487192" cy="487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21024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694176" y="379476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XP, classements : la motivation devient un réflexe.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36208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EEF1FB"/>
          </a:solidFill>
          <a:ln/>
        </p:spPr>
      </p:sp>
      <p:sp>
        <p:nvSpPr>
          <p:cNvPr id="18" name="Shape 14"/>
          <p:cNvSpPr/>
          <p:nvPr/>
        </p:nvSpPr>
        <p:spPr>
          <a:xfrm>
            <a:off x="7178040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9" name="Image 2" descr="C:\Users\USER\AppData\Local\Temp\claude\D--PROJECT-EFORMATION\daaecbc2-cedd-4629-b48b-60429442e0dc\scratchpad\pitch-deck\assets\icons\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628" y="2463028"/>
            <a:ext cx="487192" cy="487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6492240" y="379476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temps réel pour RH et managers.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34272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EEF1FB"/>
          </a:solidFill>
          <a:ln/>
        </p:spPr>
      </p:sp>
      <p:sp>
        <p:nvSpPr>
          <p:cNvPr id="23" name="Shape 18"/>
          <p:cNvSpPr/>
          <p:nvPr/>
        </p:nvSpPr>
        <p:spPr>
          <a:xfrm>
            <a:off x="9976104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4" name="Image 3" descr="C:\Users\USER\AppData\Local\Temp\claude\D--PROJECT-EFORMATION\daaecbc2-cedd-4629-b48b-60429442e0dc\scratchpad\pitch-deck\assets\icons\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692" y="2463028"/>
            <a:ext cx="487192" cy="4871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Certifier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9290304" y="379476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automatiques, rappels d'expiration, conformité.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APPRENANT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simple et motivant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911096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personnalisée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16712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Progression, cours en cours et badges au premier coup d'œil.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47802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en temps réel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5568" y="2734056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Leçons, quiz et temps de formation suivis automatiquement.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4495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intégrée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3300984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badges et classement entre pairs pour maintenir la motivation.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6118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à venir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867912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automatiques des prochaines sessions live.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2919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215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&amp; PARCOURS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formations riches et flexibles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122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7768" y="1911096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87768" y="2167128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Vidéos, documents, articles et liens externes dans un même parcours.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0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7768" y="2478024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structurés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87768" y="2734056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claire en modules et leçons, à votre rythme.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122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0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87768" y="3044952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notés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87768" y="3300984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minimum, questions tirées au sort, tentatives limitées.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122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0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87768" y="361188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complétion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87768" y="3867912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leçon terminée alimente la progression globale.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57784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course-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EN DIRECT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Formez vos équipes en direct, où qu’elles soient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911096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Visioconférence intégrée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16712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d'outil tiers à gérer : tout se passe dans E-Formation.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47802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ou privé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5568" y="2734056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ouvertes à tous ou réservées à une liste d’invités.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4495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automatique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3300984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session peut être revue à la demande.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6118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automatiques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867912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participants sont notifiés avant le début de la session.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2919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live-session-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215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L'engagement au cœur de l'expérience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122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7768" y="1911096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automatiques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87768" y="2167128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Décernés selon les résultats aux quiz et l’assiduité.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0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7768" y="2478024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d'expérience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87768" y="2734056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fait progresser l'apprenant.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122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trending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0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87768" y="3044952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entre pairs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87768" y="3300984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compétition saine qui stimule la participation.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122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0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87768" y="361188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clairs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87768" y="3867912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apprenant sait ce qu’il lui reste à accomplir.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57784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bad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Valorisez les compétences acquises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911096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16712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certificat délivré dès qu'une formation est validée.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47802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d'expiration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5568" y="2734056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avant échéance pour anticiper le renouvellement.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4495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3300984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pour vos obligations réglementaires.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6118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personnalisables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867912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</a:t>
            </a:r>
            <a:r>
              <a:rPr lang="en-US" sz="1150" dirty="0" err="1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adaptatifs</a:t>
            </a: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2919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certifica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215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tuteur intelligent, disponible 24h/24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122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7768" y="1911096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instantanées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87768" y="2167128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contenus de formation, à toute heure.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0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7768" y="2478024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 au choix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87768" y="2734056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L'apprenant choisit sa langue de réponse, indépendamment de l'interface.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122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mes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0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87768" y="3044952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actives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87768" y="3300984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actions rapides pour guider l’apprenant.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122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trending-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0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87768" y="361188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renforcée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87768" y="3867912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sollicitations formateur, plus de progression.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57784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ai-tu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&amp; REPORTING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tableau de bord business pour vos managers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911096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16712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 et par équipe, en temps réel.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trending-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47802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décrocheurs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5568" y="2734056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leçon par leçon pour repérer les points de friction.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4495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par équipe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3300984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manager suit l’avancement de ses collaborateurs.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6118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 un clic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867912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exportables pour vos comités de pilotage.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2919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admin-analyt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215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DSI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l’entreprise, prêt pour la croissance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41A4D"/>
          </a:solidFill>
          <a:ln w="12700">
            <a:solidFill>
              <a:srgbClr val="323A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912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Image 0" descr="C:\Users\USER\AppData\Local\Temp\claude\D--PROJECT-EFORMATION\daaecbc2-cedd-4629-b48b-60429442e0dc\scratchpad\pitch-deck\assets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0" y="2463028"/>
            <a:ext cx="487192" cy="487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337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données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6112" y="393192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renforcée, gestion fine des permissions.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38144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41A4D"/>
          </a:solidFill>
          <a:ln w="12700">
            <a:solidFill>
              <a:srgbClr val="323A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79976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1" descr="C:\Users\USER\AppData\Local\Temp\claude\D--PROJECT-EFORMATION\daaecbc2-cedd-4629-b48b-60429442e0dc\scratchpad\pitch-deck\assets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564" y="2463028"/>
            <a:ext cx="487192" cy="487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21024" y="3337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rôles utilisateurs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94176" y="393192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l’apprenant au directeur, chacun voit ce qui le concerne.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36208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41A4D"/>
          </a:solidFill>
          <a:ln w="12700">
            <a:solidFill>
              <a:srgbClr val="323A7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78040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9" name="Image 2" descr="C:\Users\USER\AppData\Local\Temp\claude\D--PROJECT-EFORMATION\daaecbc2-cedd-4629-b48b-60429442e0dc\scratchpad\pitch-deck\assets\icons\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628" y="2463028"/>
            <a:ext cx="487192" cy="487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337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Multi-organisation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92240" y="393192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entreprises, directions et services dans un seul espace.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34272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41A4D"/>
          </a:solidFill>
          <a:ln w="12700">
            <a:solidFill>
              <a:srgbClr val="323A7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976104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4" name="Image 3" descr="C:\Users\USER\AppData\Local\Temp\claude\D--PROJECT-EFORMATION\daaecbc2-cedd-4629-b48b-60429442e0dc\scratchpad\pitch-deck\assets\icons\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692" y="2463028"/>
            <a:ext cx="487192" cy="4871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3337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&amp; anglais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90304" y="393192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bilingue, prête pour vos équipes internationales.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E-FORMATION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la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93395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1801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Tout-en-un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1801368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live, gamification, IA et certification : plus besoin de jongler entre cinq outils.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459736"/>
            <a:ext cx="10911535" cy="0"/>
          </a:xfrm>
          <a:prstGeom prst="line">
            <a:avLst/>
          </a:prstGeom>
          <a:noFill/>
          <a:ln w="12700">
            <a:solidFill>
              <a:srgbClr val="E6E9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3" name="Image 1" descr="C:\Users\USER\AppData\Local\Temp\claude\D--PROJECT-EFORMATION\daaecbc2-cedd-4629-b48b-60429442e0dc\scratchpad\pitch-deck\assets\icons\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2775204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2642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intégrée nativement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54880" y="2642616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module ajouté après coup : l'assistant fait partie du cœur du produit.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300984"/>
            <a:ext cx="10911535" cy="0"/>
          </a:xfrm>
          <a:prstGeom prst="line">
            <a:avLst/>
          </a:prstGeom>
          <a:noFill/>
          <a:ln w="12700">
            <a:solidFill>
              <a:srgbClr val="E6E9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8" name="Image 2" descr="C:\Users\USER\AppData\Local\Temp\claude\D--PROJECT-EFORMATION\daaecbc2-cedd-4629-b48b-60429442e0dc\scratchpad\pitch-deck\assets\icons\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616452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34838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Multi-organisation dès le départ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754880" y="3483864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pour les groupes à plusieurs entités, pas seulement pour une seule équipe.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4142232"/>
            <a:ext cx="10911535" cy="0"/>
          </a:xfrm>
          <a:prstGeom prst="line">
            <a:avLst/>
          </a:prstGeom>
          <a:noFill/>
          <a:ln w="12700">
            <a:solidFill>
              <a:srgbClr val="E6E9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3" name="Image 3" descr="C:\Users\USER\AppData\Local\Temp\claude\D--PROJECT-EFORMATION\daaecbc2-cedd-4629-b48b-60429442e0dc\scratchpad\pitch-deck\assets\icons\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457700"/>
            <a:ext cx="338328" cy="3383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98448" y="4325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Bilingue français / anglais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754880" y="4325112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l'interface, y compris l'assistant IA, s'adapte à la langue de chacun.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4983480"/>
            <a:ext cx="10911535" cy="0"/>
          </a:xfrm>
          <a:prstGeom prst="line">
            <a:avLst/>
          </a:prstGeom>
          <a:noFill/>
          <a:ln w="12700">
            <a:solidFill>
              <a:srgbClr val="E6E9F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8" name="Image 4" descr="C:\Users\USER\AppData\Local\Temp\claude\D--PROJECT-EFORMATION\daaecbc2-cedd-4629-b48b-60429442e0dc\scratchpad\pitch-deck\assets\icons\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5298948"/>
            <a:ext cx="338328" cy="3383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98448" y="5166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facile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754880" y="5166360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interface pensée pour les utilisateurs métier, pas seulement pour les experts IT.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13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transformer votre formation 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 peut accompagner vos équipes.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781</Words>
  <Application>Microsoft Office PowerPoint</Application>
  <PresentationFormat>Grand écran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ouirom ouirom</cp:lastModifiedBy>
  <cp:revision>6</cp:revision>
  <dcterms:created xsi:type="dcterms:W3CDTF">2026-08-16T15:31:09Z</dcterms:created>
  <dcterms:modified xsi:type="dcterms:W3CDTF">2026-08-17T08:02:49Z</dcterms:modified>
</cp:coreProperties>
</file>